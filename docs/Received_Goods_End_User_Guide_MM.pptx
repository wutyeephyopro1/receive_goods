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5FB6F8-82D1-475D-8F56-2E94657999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0CBEFD-04D2-4ECA-B21C-DAE3617E80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F95BE6E-3A8F-4F11-BCD3-6300DA7E701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9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2026-08-25T09:50:09Z</dcterms:created>
  <dc:creator/>
  <dc:description/>
  <dc:language>en-US</dc:language>
  <cp:lastModifiedBy/>
  <dcterms:modified xsi:type="dcterms:W3CDTF">2026-08-25T09:50:17Z</dcterms:modified>
  <cp:revision>1</cp:revision>
  <dc:subject/>
  <dc:title/>
</cp:coreProperties>
</file>